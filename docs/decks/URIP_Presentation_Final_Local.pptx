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389120" y="0"/>
            <a:ext cx="4572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02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GRAVITY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Risk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siloed security sources to one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 dashboard — with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steps on every finding.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776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40050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Risk Sources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39776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57400" y="40050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+ KEV Scoring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736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May 2026</a:t>
            </a:r>
            <a:endParaRPr lang="en-US" sz="1000" dirty="0"/>
          </a:p>
        </p:txBody>
      </p:sp>
      <p:pic>
        <p:nvPicPr>
          <p:cNvPr id="12" name="Picture 11" descr="fit_slid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20040"/>
            <a:ext cx="425196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security reality — and why it's broken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114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54864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Siloed Consoles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CrowdStrike, Armis, VAPT, CERT-In, SoC — all separate. No unified view.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1234440"/>
            <a:ext cx="4114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234440"/>
            <a:ext cx="54864" cy="10789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3716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Excel Register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691640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copy-paste. No pending days. No auto-assignment. No accountability.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4114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441448"/>
            <a:ext cx="54864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786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Priorities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898648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9.8 theoretical vulnerability fixed first. Actively weaponized CVSS 7.2 waits.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441448"/>
            <a:ext cx="4114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2441448"/>
            <a:ext cx="54864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5786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Remediation Steps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2898648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team researches every fix manually. Nothing attached to each risk.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648456"/>
            <a:ext cx="4114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648456"/>
            <a:ext cx="54864" cy="10789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856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Risks Inflate Reports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10565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reports show accepted risks as open. Leadership sees wrong posture.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3648456"/>
            <a:ext cx="4114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3648456"/>
            <a:ext cx="54864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7856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Assets Invisible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4920" y="410565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 devices on network not tracked. Unknown exposure surface.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URIP?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orchestration layer — not a replacement for your existing tools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34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URIP connects to your existing security stack, aggregates findings from 14 sources, normalizes them to a single scoring scale, enriches each risk with exploit intelligence, and delivers one unified register — with remediation steps on every finding.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1371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2331720"/>
            <a:ext cx="13716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sources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39112" y="2331720"/>
            <a:ext cx="1371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039112" y="2331720"/>
            <a:ext cx="137160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039112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39112" y="2834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+ KEV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CVSS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75304" y="2331720"/>
            <a:ext cx="1371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575304" y="2331720"/>
            <a:ext cx="13716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575304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75304" y="2834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attached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Auto-scripts P2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977640"/>
            <a:ext cx="4572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02920" y="3977640"/>
            <a:ext cx="4572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409651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tool is replaced. URIP reads from your current stack and adds the intelligence layer on top.</a:t>
            </a:r>
            <a:endParaRPr lang="en-US" sz="1150" dirty="0"/>
          </a:p>
        </p:txBody>
      </p:sp>
      <p:pic>
        <p:nvPicPr>
          <p:cNvPr id="21" name="Picture 20" descr="fit_slid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234440"/>
            <a:ext cx="35661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Risk Sources — Unified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core inputs + 5 security tool connectors added as value-add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1148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9 — Primary Risk Sources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5727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276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(VM)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0299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848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4871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4871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42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CNAPP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9443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9443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992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— Armis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4015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4015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564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Reports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06040" y="15727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06040" y="15727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16276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06040" y="20299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06040" y="20299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20848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 Advisories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06040" y="24871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606040" y="24871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2542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06040" y="29443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606040" y="29443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29992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Alerts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1234440"/>
            <a:ext cx="416052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2344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5 — Security Tool Connectors (Value-Add)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572768"/>
            <a:ext cx="4160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572768"/>
            <a:ext cx="5486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15910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Forescout NAC / Cisco ISE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92040" y="179222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control — rogue device detection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029968"/>
            <a:ext cx="4160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029968"/>
            <a:ext cx="5486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20482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PAM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224942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risk — shared credentials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2487168"/>
            <a:ext cx="4160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2487168"/>
            <a:ext cx="5486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25054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Zscaler ZTA / CASB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92040" y="270662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access — shadow IT, policy violations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2944368"/>
            <a:ext cx="4160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2944368"/>
            <a:ext cx="5486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9626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Fortiguard Firewall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92040" y="316382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threat events and anomalies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3401568"/>
            <a:ext cx="4160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54880" y="3401568"/>
            <a:ext cx="5486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34198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892040" y="362102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security — phishing and BEC alerts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2920" y="4709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connectors use read-only API access. No existing tool is replaced or modified.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CVSS alone fails — and how URIP prioritizes correctly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83210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8321040" cy="594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 =  max(0.0,  min(10.0,  0.55 × CVSS  +  2.5 × EPSS  +  KEV_bonus  +  asset_bonus))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19659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029968"/>
            <a:ext cx="19659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severity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 — 5.5)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51760" y="2029968"/>
            <a:ext cx="19659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2029968"/>
            <a:ext cx="1965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5176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probability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FIRST.org live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029968"/>
            <a:ext cx="19659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029968"/>
            <a:ext cx="1965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0060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834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confirmed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exploitation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49440" y="2029968"/>
            <a:ext cx="19659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0" y="2029968"/>
            <a:ext cx="19659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+1.0/-0.5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Tier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2834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asset =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priority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356616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566160"/>
            <a:ext cx="54864" cy="1280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9.8 — theoretical, nobody exploiting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5800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3.3  →  SSVC: TRACK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4315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exploiting this right now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356616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566160"/>
            <a:ext cx="54864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7.2 — CISA KEV + APT28 targeting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83480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9.3  →  SSVC: ACT NOW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4315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weaponized in manufacturing sector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vs Unmanaged Assets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 across known and unknown attack surface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51206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54864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36776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in asset management + endpoint agent present. IT team controls it.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0253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Asset tag: MANAGED — standard priority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51206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423160"/>
            <a:ext cx="54864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146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825496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network but not registered. Shadow IT — rogue devices, personal laptops.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19125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Asset tag: UNMANAGED — high risk, investigate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611880"/>
            <a:ext cx="51206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611880"/>
            <a:ext cx="54864" cy="105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033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EXTERNAL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014216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Subdomains and IPs exposed to the internet that the IT team may not know about.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37997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Asset tag: UNKNOWN EXTERNAL — investigate immediately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1234440"/>
            <a:ext cx="29718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97880" y="1234440"/>
            <a:ext cx="29718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Asset — URIP Shows: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173736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17099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IP address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16712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21396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/ Public IP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596896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2569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product owner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026664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2999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criticality tier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345643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/ Unmanaged tag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388620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3858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Agent / CMDB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Register — Live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finding: scored, enriched, assigned, with remediation steps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columns fully auto-populated from 14 sources  •  Sorted by composite score (worst first)  •  No manual entry required</a:t>
            </a:r>
            <a:endParaRPr lang="en-US" sz="1000" dirty="0"/>
          </a:p>
        </p:txBody>
      </p:sp>
      <p:pic>
        <p:nvPicPr>
          <p:cNvPr id="10" name="Picture 9" descr="fit_slide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83210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Detail — What Teams See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expanded: full context + step-by-step remediation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120640" y="1280160"/>
            <a:ext cx="37490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30368" y="1335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Date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50608" y="133502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5,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1764792"/>
            <a:ext cx="37490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30368" y="18196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Days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50608" y="181965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  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249424"/>
            <a:ext cx="37490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30368" y="2304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50608" y="23042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 / CRITICAL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2734056"/>
            <a:ext cx="37490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30368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SSVC Label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50608" y="2788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3218688"/>
            <a:ext cx="37490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230368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Status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50608" y="32735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Available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3703320"/>
            <a:ext cx="37490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230368" y="3758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Status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50608" y="375818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Weaponized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4206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Steps (auto-attached):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138928" y="4535424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376672" y="45079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Apply vendor patch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38928" y="478231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376672" y="47548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Disable anonymous access on affected service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38928" y="502920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376672" y="50017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Enable MFA on all admin accounts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38928" y="527608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376672" y="52486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Request vendor re-test after fix</a:t>
            </a:r>
            <a:endParaRPr lang="en-US" sz="1050" dirty="0"/>
          </a:p>
        </p:txBody>
      </p:sp>
      <p:pic>
        <p:nvPicPr>
          <p:cNvPr id="36" name="Picture 35" descr="fit_slide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43891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Date &amp; Pending Days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accountability — not a static deadline, a live counter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shows exactly how long it has been open. No ambiguity — just facts.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82296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62456" y="1719072"/>
            <a:ext cx="32004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62456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99432" y="1719072"/>
            <a:ext cx="96012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7373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96128" y="1719072"/>
            <a:ext cx="105156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96128" y="1737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84264" y="1719072"/>
            <a:ext cx="82296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84264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43800" y="1719072"/>
            <a:ext cx="105156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1737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103120"/>
            <a:ext cx="8229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139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VUL-001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62456" y="2103120"/>
            <a:ext cx="3200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62456" y="2139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— Public Web App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99432" y="2103120"/>
            <a:ext cx="9601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2139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96128" y="2103120"/>
            <a:ext cx="1051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21396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84264" y="2103120"/>
            <a:ext cx="8229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84264" y="2139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43800" y="2103120"/>
            <a:ext cx="1051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21396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256032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5968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VUL-002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362456" y="2560320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62456" y="25968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 — Production Server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99432" y="2560320"/>
            <a:ext cx="960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25968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3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596128" y="2560320"/>
            <a:ext cx="1051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6128" y="25968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days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84264" y="256032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84264" y="25968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543800" y="2560320"/>
            <a:ext cx="1051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43800" y="25968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3017520"/>
            <a:ext cx="8229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0540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VUL-003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362456" y="3017520"/>
            <a:ext cx="3200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62456" y="30540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Priv. Escalation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99432" y="3017520"/>
            <a:ext cx="9601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99432" y="30540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5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596128" y="3017520"/>
            <a:ext cx="1051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96128" y="30540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684264" y="3017520"/>
            <a:ext cx="8229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84264" y="30540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543800" y="3017520"/>
            <a:ext cx="1051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43800" y="30540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02920" y="347472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35112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VUL-004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362456" y="3474720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62456" y="35112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 Advisory 2026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599432" y="3474720"/>
            <a:ext cx="960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99432" y="35112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9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596128" y="3474720"/>
            <a:ext cx="1051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96128" y="35112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684264" y="347472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84264" y="35112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543800" y="3474720"/>
            <a:ext cx="1051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43800" y="35112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02920" y="3931920"/>
            <a:ext cx="8229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" y="39684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VUL-005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362456" y="3931920"/>
            <a:ext cx="3200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62456" y="3968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Admin Credential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99432" y="3931920"/>
            <a:ext cx="9601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99432" y="39684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10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596128" y="3931920"/>
            <a:ext cx="1051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96128" y="39684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684264" y="3931920"/>
            <a:ext cx="8229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84264" y="39684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7543800" y="3931920"/>
            <a:ext cx="1051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43800" y="39684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502920" y="4462272"/>
            <a:ext cx="8321040" cy="347472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" y="44897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risks with pending days &gt; 7 auto-escalate to security leadership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fix on every risk — auto-fetched, never manual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54864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Findings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6184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NVD + Vendor APIs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vendor patch. Disable anonymous access. Enable MFA on all accounts.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92040" y="123444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234440"/>
            <a:ext cx="54864" cy="11155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 Advisory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74920" y="16184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Advisory text parsed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18562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affected package to latest version. Restart services. Verify with version check.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468880"/>
            <a:ext cx="54864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Reports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2852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Vendor recommendation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0906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input on vulnerable endpoint. Add file type whitelist. Re-test required.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246888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468880"/>
            <a:ext cx="54864" cy="11155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74920" y="2852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Researcher submission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30906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authorization check on resource endpoint before returning user data.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70332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703320"/>
            <a:ext cx="54864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Alerts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4087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Playbook rule map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432511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device via NAC. Identify owner. Verify registration or remove from network.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370332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703320"/>
            <a:ext cx="54864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Match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74920" y="4087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OTX context + playbook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432511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IP at firewall. Revoke active sessions. Check for lateral movement in logs.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URIP pushes the fix automatically. No human intervention required.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123444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618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16002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1234440"/>
            <a:ext cx="123444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12618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6002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234440"/>
            <a:ext cx="1234440" cy="731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2618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6002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234440"/>
            <a:ext cx="12344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2618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6002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234440"/>
            <a:ext cx="123444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2618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16002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1234440"/>
            <a:ext cx="12344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0" y="12618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1762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via: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2487168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2487168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25786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RTR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2648" y="288036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Response — patches endpoints remotely without user interaction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0712" y="2487168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10712" y="2487168"/>
            <a:ext cx="27432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25786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Playbook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520440" y="288036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config fixes — firewall rules, service restarts, OS patches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18504" y="2487168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18504" y="2487168"/>
            <a:ext cx="27432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25786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API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28232" y="288036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rotation — auto-reset compromised admin passwords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3520440"/>
            <a:ext cx="8321040" cy="777240"/>
          </a:xfrm>
          <a:prstGeom prst="rect">
            <a:avLst/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593592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Implication Check runs before any script — shows affected services, expected downtime, and rollback plan. Security team configures which categories auto-execute vs require manual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attacking, how, and are they targeting your sector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2697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441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16184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— FIRST.org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" y="1901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daily refresh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2648" y="213055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probability per CVE. 0.97 = 97% chance in next 30 days.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01568" y="12344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1568" y="1234440"/>
            <a:ext cx="26974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13441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11296" y="16184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KEV Catalog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11296" y="1901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refresh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11296" y="213055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exploited vulnerabilities. +2.0 boost on composite score.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00216" y="12344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0216" y="1234440"/>
            <a:ext cx="26974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13441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9944" y="16184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9944" y="1901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APT groups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9944" y="213055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→ TTP → APT group → sector targeting. On every risk row.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27889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2788920"/>
            <a:ext cx="269748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289864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WIRED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" y="317296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AlienVault OTX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" y="345643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feeds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2648" y="368503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malicious IPs, hashes, domains. IOC match → CRITICAL risk.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01568" y="27889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01568" y="2788920"/>
            <a:ext cx="2697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1296" y="289864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11296" y="317296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Threat Map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11296" y="345643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focus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11296" y="368503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map of attacks targeting your industry sector. Live cluster data.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0216" y="27889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0216" y="2788920"/>
            <a:ext cx="26974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289864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SIMULATED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9944" y="317296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Web Monitor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9944" y="345643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for demo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9944" y="368503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exposure detection. Real deployment requires paid service.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Threat 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visualization of who is attacking your sector — right now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4663440"/>
            <a:ext cx="83210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46908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Recommended: 3 Word Clouds alongside map — Top Threat Actors  |  Top Attack Techniques  |  Top Targeted Sectors</a:t>
            </a:r>
            <a:endParaRPr lang="en-US" sz="1000" dirty="0"/>
          </a:p>
        </p:txBody>
      </p:sp>
      <p:pic>
        <p:nvPicPr>
          <p:cNvPr id="11" name="Picture 10" descr="fit_slide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83210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Vendor Portal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submission — no more PDF emails and manual data entry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1234440"/>
            <a:ext cx="4480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141732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Login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16367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role assigned. Scoped — sees only own submissions.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112264"/>
            <a:ext cx="4480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66928" y="2295144"/>
            <a:ext cx="365760" cy="3657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66928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203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Entry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25146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CVE ID, CVSS, Asset, Exploit Maturity, PoC evidence upload. Real-time validation.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990088"/>
            <a:ext cx="4480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66928" y="3172968"/>
            <a:ext cx="365760" cy="3657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66928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081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Auto-Processing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33924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+ KEV enrichment runs. Owner assigned. Raised Date set. Pending Days starts.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867912"/>
            <a:ext cx="4480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66928" y="4050792"/>
            <a:ext cx="365760" cy="3657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66928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959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Flow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51560" y="42702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fixes → Request Re-test → Vendor confirms → Auto-close on Pass.</a:t>
            </a:r>
            <a:endParaRPr lang="en-US" sz="1050" dirty="0"/>
          </a:p>
        </p:txBody>
      </p:sp>
      <p:pic>
        <p:nvPicPr>
          <p:cNvPr id="25" name="Picture 24" descr="fit_slide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234440"/>
            <a:ext cx="365760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for CISO, IT Team, and Board — accepted risks excluded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1234440"/>
            <a:ext cx="199339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02920" y="1234440"/>
            <a:ext cx="1993392" cy="594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30759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Connected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234440"/>
            <a:ext cx="199339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697480" y="1234440"/>
            <a:ext cx="1993392" cy="594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97480" y="130759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3,220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697480" y="18105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Enriched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1234440"/>
            <a:ext cx="199339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92040" y="1234440"/>
            <a:ext cx="1993392" cy="594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92040" y="130759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892040" y="18105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 Weaponized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6600" y="1234440"/>
            <a:ext cx="199339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086600" y="1234440"/>
            <a:ext cx="1993392" cy="594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86600" y="130759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086600" y="18105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Pending Days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(Critical)</a:t>
            </a:r>
            <a:endParaRPr lang="en-US" sz="1000" dirty="0"/>
          </a:p>
        </p:txBody>
      </p:sp>
      <p:pic>
        <p:nvPicPr>
          <p:cNvPr id="21" name="Picture 20" descr="fit_slide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23160"/>
            <a:ext cx="832104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exactly what they need — nothing more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173736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52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95144" y="1234440"/>
            <a:ext cx="356616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95144" y="1252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16168" y="1234440"/>
            <a:ext cx="288036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16168" y="12527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618488"/>
            <a:ext cx="17373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618488"/>
            <a:ext cx="64008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66420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/ Admin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95144" y="1618488"/>
            <a:ext cx="35661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86584" y="1664208"/>
            <a:ext cx="3438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sources, all risks, all vendors, full register, all reports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16168" y="1618488"/>
            <a:ext cx="28803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07608" y="1664208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395728"/>
            <a:ext cx="1737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395728"/>
            <a:ext cx="64008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44144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Team / SPOC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95144" y="2395728"/>
            <a:ext cx="3566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86584" y="2441448"/>
            <a:ext cx="3438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assigned to their domain only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16168" y="2395728"/>
            <a:ext cx="2880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2441448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domains, vendor details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172968"/>
            <a:ext cx="17373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172968"/>
            <a:ext cx="64008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21868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(Guest)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95144" y="3172968"/>
            <a:ext cx="35661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86584" y="3218688"/>
            <a:ext cx="3438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their own submissions and re-test requests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16168" y="3172968"/>
            <a:ext cx="28803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07608" y="3218688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internal data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3950208"/>
            <a:ext cx="1737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950208"/>
            <a:ext cx="64008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399592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/ Board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95144" y="3950208"/>
            <a:ext cx="3566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86584" y="3995928"/>
            <a:ext cx="3438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+ board report — no raw data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16168" y="3950208"/>
            <a:ext cx="2880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07608" y="3995928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finding details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detection to remediation — fully automated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969264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sources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35024" y="180594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35608" y="1234440"/>
            <a:ext cx="969264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35608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35608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0-10 scale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04872" y="180594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05456" y="1234440"/>
            <a:ext cx="969264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05456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05456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0" y="180594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75304" y="1234440"/>
            <a:ext cx="969264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75304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75304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EPSS+KEV+APT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44568" y="180594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5152" y="1234440"/>
            <a:ext cx="969264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45152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45152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Composite+SSVC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14416" y="180594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1234440"/>
            <a:ext cx="969264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15000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0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Owner+Days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84264" y="180594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84848" y="1234440"/>
            <a:ext cx="969264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84848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84848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Steps+Scripts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54112" y="180594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54696" y="1234440"/>
            <a:ext cx="969264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854696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54696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CISO+Board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2578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Current State: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" y="2926080"/>
            <a:ext cx="832104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2926080"/>
            <a:ext cx="64008" cy="5669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29809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" y="325526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copy-paste • No scoring • No assignment • No remediation steps • No pending day tracking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3584448"/>
            <a:ext cx="8321040" cy="566928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584448"/>
            <a:ext cx="64008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6393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URIP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" y="391363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Auto-aggregated • Composite-scored • Auto-assigned • Remediation attached • Pending days live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4242816"/>
            <a:ext cx="8321040" cy="566928"/>
          </a:xfrm>
          <a:prstGeom prst="rect">
            <a:avLst/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4242816"/>
            <a:ext cx="64008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42976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8368" y="45720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pushed • Scripts via CrowdStrike RTR + Ansible • Risk auto-closed after re-test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URIP — Key Differentiators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other platform currently offers in one solution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34416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per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" y="165506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has step-by-step fix attached. No manual research by IT team.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234440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55448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50408" y="134416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Date + Pending Days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50408" y="165506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accountability counter. Not a static deadline — a real-time open tracker.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788920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61288" y="257860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vs Unmanaged assets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1288" y="288950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 and rogue assets surfaced automatically. Full exposure visibility.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2468880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2788920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50408" y="257860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applicability check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50408" y="288950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/ Patch Available / Expired / Redundant — no stale or irrelevant alerts.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703320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02336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61288" y="381304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replacement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61288" y="412394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top of existing stack. Nothing replaced.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3703320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0" y="402336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50408" y="381304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50408" y="412394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→ fix script pushed via RTR or Ansible. Auto-closed on pass.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—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required to finalize and begin development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" y="1362456"/>
            <a:ext cx="329184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362456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163677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agent + cloud + SoC SIEM — read-only API keys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234440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65192" y="1362456"/>
            <a:ext cx="329184" cy="5120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362456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325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Network Decision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94960" y="163677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Collector or Secure API Gateway for isolated segment?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157984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" y="2286000"/>
            <a:ext cx="329184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286000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249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Tags / CMDB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25603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criticality tags or CMDB Business Criticality field access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157984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65192" y="2286000"/>
            <a:ext cx="329184" cy="5120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286000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249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Sample Report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94960" y="25603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PDF/Excel — to finalize import parser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081528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6072" y="3209544"/>
            <a:ext cx="329184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3209544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172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Confirmation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05840" y="348386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rate Bug Bounty and SoC alerts currently?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081528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65192" y="3209544"/>
            <a:ext cx="329184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3209544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3172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Tool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94960" y="348386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or ServiceNow? Board/project structure for tickets?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4005072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6072" y="4133088"/>
            <a:ext cx="329184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133088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" y="40965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Matrix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05840" y="440740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 for which asset and domain?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4005072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65192" y="4133088"/>
            <a:ext cx="329184" cy="5120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4133088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94960" y="40965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Quotes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394960" y="440740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from other vendors — for commercial benchmarking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Groups, IOCs &amp; TTPs — On Every Risk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attacking, what fingerprints they leave, and how they do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26974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371600"/>
            <a:ext cx="502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6152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Persistent Threat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" y="1965960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hacker armies — often nation-state funded. Examples: APT28 (Russia), APT41 (China), Lazarus (North Korea). URIP maps which APT group uses each CVE.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01568" y="123444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1568" y="1234440"/>
            <a:ext cx="269748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11296" y="1371600"/>
            <a:ext cx="50292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of Compromise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11296" y="1965960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fingerprints left by attackers — malicious IP addresses, file hashes, domains. When an IOC is found in your network, URIP auto-creates a CRITICAL risk.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0216" y="123444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0216" y="1234440"/>
            <a:ext cx="26974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1371600"/>
            <a:ext cx="50292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13448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Tactics, Techniques &amp; Procedures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9944" y="1965960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attackers operate. Mapped from MITRE ATT&amp;CK framework. Example: T1190 = Exploit Public-Facing App. Tells the team exactly what the attacker did.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2186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appears on every risk row: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547872"/>
            <a:ext cx="83210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547872"/>
            <a:ext cx="832104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611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CVE-2023-20198  |  CVSS 7.2  |  EPSS 95%  |  KEV: Yes  |  Asset: Dealer Portal  |  Composite: 9.3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118872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977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APT28, APT41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20240" y="3977640"/>
            <a:ext cx="914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3977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T1190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26080" y="3977640"/>
            <a:ext cx="182880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3977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WEAPONIZED  •  3 IOCs matched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3977640"/>
            <a:ext cx="228600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977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Manufacturing, Defense — HIGH MATCH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23760" y="3977640"/>
            <a:ext cx="1508760" cy="256032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39776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SSVC: ACT NOW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43159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tags auto-generated. Zero manual tagging by security team.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Standards — How URIP Connects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MITRE, CISA, NIST — live APIs, not manual lookups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1605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416052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344168"/>
            <a:ext cx="64008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344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3312" y="1344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Corporation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53312" y="1600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Librarian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" y="19202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maintains the CVE naming system + ATT&amp;CK framework of APT tactics and techniques. URIP pulls live CVE data and maps every finding to MITRE TTPs automatically.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" y="2587752"/>
            <a:ext cx="3931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6151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attack.mitre.org / cve.mitre.org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26151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IDs + APT group profiles + TTP mapping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92040" y="1234440"/>
            <a:ext cx="41605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1234440"/>
            <a:ext cx="41605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1768" y="1344168"/>
            <a:ext cx="64008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1344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42432" y="1344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Infrastructure Security Agency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42432" y="1600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Police Chief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01768" y="19202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government agency that publishes the KEV (Known Exploited Vulnerabilities) catalog — an official list of CVEs confirmed being actively exploited right now. URIP fetches this daily.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01768" y="2587752"/>
            <a:ext cx="3931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26151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cisa.gov/known_exploited_vulnerabilities.json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56632" y="26151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 catalog → +2.0 boost on composite score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108960"/>
            <a:ext cx="41605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108960"/>
            <a:ext cx="416052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3218688"/>
            <a:ext cx="64008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32186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53312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Standards &amp; Technology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353312" y="34747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Setter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" y="37947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NVD (National Vulnerability Database) — the most comprehensive source of CVE details, CVSS scores, and patch information. URIP queries NVD to fetch remediation steps per CVE.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" y="4462272"/>
            <a:ext cx="3931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44897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nvd.nist.gov/developers/vulnerabilities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67512" y="44897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scores + patch details + remediation data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92040" y="3108960"/>
            <a:ext cx="41605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3108960"/>
            <a:ext cx="41605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01768" y="3218688"/>
            <a:ext cx="6400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01768" y="32186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42432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of Incident Response &amp; Security Teams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742432" y="34747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Keeper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01768" y="37947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EPSS (Exploit Prediction Scoring System) — a daily machine-learning model that predicts the probability any CVE will be exploited in the next 30 days. URIP fetches this live.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01768" y="4462272"/>
            <a:ext cx="3931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56632" y="44897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api.first.org/data/v1/epss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56632" y="44897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score → 2.5× weight in composite formula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Threat 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visualization of active attacks targeting your sector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map shows: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2763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55664" y="1581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Origins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55664" y="1819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source of active attacks targeting manufacturing sector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2212848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55664" y="21671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Campaigns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55664" y="2404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threat groups and their active campaigns overlaid on map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2798064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55664" y="27523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Threat Focus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55664" y="2990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active threat pulses targeting Indian manufacturing right now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3383280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55664" y="3337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Heatmap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55664" y="3575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industries are most targeted by current APT activity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396849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55664" y="39227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Cluster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55664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IPs / domains linked to active campaigns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645152"/>
            <a:ext cx="8321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4681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Three Word Clouds alongside map:   Top Threat Actors (APT28, Lazarus...)  |  Top Attack Techniques (RCE, Phishing...)  |  Top Targeted Sectors (Manufacturing, Defense...)</a:t>
            </a:r>
            <a:endParaRPr lang="en-US" sz="1000" dirty="0"/>
          </a:p>
        </p:txBody>
      </p:sp>
      <p:pic>
        <p:nvPicPr>
          <p:cNvPr id="27" name="Picture 26" descr="fit_slide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42035"/>
          </a:solidFill>
          <a:ln w="12700">
            <a:solidFill>
              <a:srgbClr val="1420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GRAVITY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scattered, siloed security data to one intelligent platform —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remediation steps, pending days, and auto-remediation built 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192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Sources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32918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3192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32918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3192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per Risk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32918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3192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Days Live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contact@semanticgravity.in  |  Demo: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URIP — Unified Risk Intelligence Platform</dc:title>
  <dc:subject>PptxGenJS Presentation</dc:subject>
  <dc:creator>PptxGenJS</dc:creator>
  <cp:lastModifiedBy>PptxGenJS</cp:lastModifiedBy>
  <cp:revision>1</cp:revision>
  <dcterms:created xsi:type="dcterms:W3CDTF">2026-04-13T06:31:11Z</dcterms:created>
  <dcterms:modified xsi:type="dcterms:W3CDTF">2026-04-13T06:31:11Z</dcterms:modified>
</cp:coreProperties>
</file>